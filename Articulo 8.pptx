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Quattrocento Sans" panose="020B0502050000020003" pitchFamily="34" charset="0"/>
      <p:regular r:id="rId6"/>
      <p:bold r:id="rId7"/>
      <p:italic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h868tKfLsp9wyCNwrG7MDpOzBU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49a57fc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fa49a57fc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>
            <a:spLocks noGrp="1"/>
          </p:cNvSpPr>
          <p:nvPr>
            <p:ph type="ctrTitle"/>
          </p:nvPr>
        </p:nvSpPr>
        <p:spPr>
          <a:xfrm>
            <a:off x="3710072" y="4197927"/>
            <a:ext cx="4932297" cy="646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Quattrocento Sans"/>
              <a:buNone/>
            </a:pPr>
            <a:r>
              <a:rPr lang="es-CO" sz="4000" b="1" dirty="0">
                <a:latin typeface="Quattrocento Sans"/>
                <a:ea typeface="Quattrocento Sans"/>
                <a:cs typeface="Quattrocento Sans"/>
                <a:sym typeface="Quattrocento Sans"/>
              </a:rPr>
              <a:t>Artículo #8</a:t>
            </a:r>
            <a:endParaRPr dirty="0"/>
          </a:p>
        </p:txBody>
      </p:sp>
      <p:sp>
        <p:nvSpPr>
          <p:cNvPr id="85" name="Google Shape;85;p2"/>
          <p:cNvSpPr txBox="1"/>
          <p:nvPr/>
        </p:nvSpPr>
        <p:spPr>
          <a:xfrm>
            <a:off x="3710075" y="5107220"/>
            <a:ext cx="37935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FF0000"/>
                </a:solidFill>
                <a:latin typeface="Quattrocento Sans"/>
                <a:sym typeface="Quattrocento Sans"/>
              </a:rPr>
              <a:t>Miguel </a:t>
            </a:r>
            <a:r>
              <a:rPr lang="es-CO" sz="2000" b="1" dirty="0" err="1">
                <a:solidFill>
                  <a:srgbClr val="FF0000"/>
                </a:solidFill>
                <a:latin typeface="Quattrocento Sans"/>
                <a:sym typeface="Quattrocento Sans"/>
              </a:rPr>
              <a:t>Angel</a:t>
            </a:r>
            <a:r>
              <a:rPr lang="es-CO" sz="2000" b="1" dirty="0">
                <a:solidFill>
                  <a:srgbClr val="FF0000"/>
                </a:solidFill>
                <a:latin typeface="Quattrocento Sans"/>
                <a:sym typeface="Quattrocento Sans"/>
              </a:rPr>
              <a:t> Hurtado 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000" b="1" dirty="0">
                <a:solidFill>
                  <a:srgbClr val="FF0000"/>
                </a:solidFill>
                <a:latin typeface="Quattrocento Sans"/>
                <a:sym typeface="Quattrocento Sans"/>
              </a:rPr>
              <a:t>Rubiano</a:t>
            </a:r>
            <a:endParaRPr lang="es-CO" sz="2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 txBox="1"/>
          <p:nvPr/>
        </p:nvSpPr>
        <p:spPr>
          <a:xfrm>
            <a:off x="811950" y="1457444"/>
            <a:ext cx="10568100" cy="47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875" tIns="50925" rIns="101875" bIns="5092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FUNCIONES DE LOS CENTROS DE PRÁCTICA PEDAGÓGICA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endParaRPr lang="es-ES" sz="2000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</a:t>
            </a:r>
            <a:r>
              <a:rPr lang="es-ES" sz="24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Socializar el convenio interinstitucional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r>
              <a:rPr lang="es-ES" sz="24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Tratar a los docentes en formación como parte del personal educativo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r>
              <a:rPr lang="es-ES" sz="24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Proporcionar documentos y recursos institucionales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r>
              <a:rPr lang="es-ES" sz="24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Ofrecer oportunidades de capacitación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4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</a:t>
            </a:r>
            <a:r>
              <a:rPr lang="es-ES" sz="24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Destacar y promover la participación activa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a49a57fcf_0_1"/>
          <p:cNvSpPr txBox="1"/>
          <p:nvPr/>
        </p:nvSpPr>
        <p:spPr>
          <a:xfrm>
            <a:off x="273148" y="1858325"/>
            <a:ext cx="10568100" cy="47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875" tIns="50925" rIns="101875" bIns="50925" anchor="t" anchorCtr="0">
            <a:no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</a:t>
            </a:r>
            <a:r>
              <a:rPr lang="es-E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Informar sobre cambios de horario y actividades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7.</a:t>
            </a:r>
            <a:r>
              <a:rPr lang="es-E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Asegurar un espacio digno y recursos de bienestar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8. </a:t>
            </a:r>
            <a:r>
              <a:rPr lang="es-E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Facilitar espacios académicos e institucionales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9.</a:t>
            </a:r>
            <a:r>
              <a:rPr lang="es-E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Realizar seguimiento a los estudiantes en práctica</a:t>
            </a:r>
          </a:p>
          <a:p>
            <a:pPr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s-ES" sz="2800" b="1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10.</a:t>
            </a:r>
            <a:r>
              <a:rPr lang="es-ES" sz="28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Presentar informes evaluativos</a:t>
            </a:r>
            <a:endParaRPr sz="2800" b="1" dirty="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</Words>
  <Application>Microsoft Office PowerPoint</Application>
  <PresentationFormat>Panorámica</PresentationFormat>
  <Paragraphs>15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Quattrocento Sans</vt:lpstr>
      <vt:lpstr>Tema de Office</vt:lpstr>
      <vt:lpstr>Artículo #8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Javi Aven</dc:creator>
  <cp:lastModifiedBy>cristian urtado</cp:lastModifiedBy>
  <cp:revision>1</cp:revision>
  <dcterms:created xsi:type="dcterms:W3CDTF">2020-07-23T17:53:57Z</dcterms:created>
  <dcterms:modified xsi:type="dcterms:W3CDTF">2026-09-07T20:09:59Z</dcterms:modified>
</cp:coreProperties>
</file>