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1B2D46C0-A415-4358-BA03-FDEE8AB8CFED}" type="datetimeFigureOut">
              <a:rPr lang="es-CO" smtClean="0"/>
              <a:t>14/08/2026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95410C0D-7E67-4608-AC5B-F0B39D3C3977}" type="slidenum">
              <a:rPr lang="es-CO" smtClean="0"/>
              <a:t>‹Nº›</a:t>
            </a:fld>
            <a:endParaRPr lang="es-CO"/>
          </a:p>
        </p:txBody>
      </p:sp>
    </p:spTree>
    <p:extLst>
      <p:ext uri="{BB962C8B-B14F-4D97-AF65-F5344CB8AC3E}">
        <p14:creationId xmlns:p14="http://schemas.microsoft.com/office/powerpoint/2010/main" val="39123391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B2D46C0-A415-4358-BA03-FDEE8AB8CFED}" type="datetimeFigureOut">
              <a:rPr lang="es-CO" smtClean="0"/>
              <a:t>14/08/2026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95410C0D-7E67-4608-AC5B-F0B39D3C3977}" type="slidenum">
              <a:rPr lang="es-CO" smtClean="0"/>
              <a:t>‹Nº›</a:t>
            </a:fld>
            <a:endParaRPr lang="es-CO"/>
          </a:p>
        </p:txBody>
      </p:sp>
    </p:spTree>
    <p:extLst>
      <p:ext uri="{BB962C8B-B14F-4D97-AF65-F5344CB8AC3E}">
        <p14:creationId xmlns:p14="http://schemas.microsoft.com/office/powerpoint/2010/main" val="2941811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B2D46C0-A415-4358-BA03-FDEE8AB8CFED}" type="datetimeFigureOut">
              <a:rPr lang="es-CO" smtClean="0"/>
              <a:t>14/08/2026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95410C0D-7E67-4608-AC5B-F0B39D3C3977}" type="slidenum">
              <a:rPr lang="es-CO" smtClean="0"/>
              <a:t>‹Nº›</a:t>
            </a:fld>
            <a:endParaRPr lang="es-CO"/>
          </a:p>
        </p:txBody>
      </p:sp>
    </p:spTree>
    <p:extLst>
      <p:ext uri="{BB962C8B-B14F-4D97-AF65-F5344CB8AC3E}">
        <p14:creationId xmlns:p14="http://schemas.microsoft.com/office/powerpoint/2010/main" val="40071567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8" name="Date Placeholder 7"/>
          <p:cNvSpPr>
            <a:spLocks noGrp="1"/>
          </p:cNvSpPr>
          <p:nvPr>
            <p:ph type="dt" sz="half" idx="10"/>
          </p:nvPr>
        </p:nvSpPr>
        <p:spPr/>
        <p:txBody>
          <a:bodyPr/>
          <a:lstStyle/>
          <a:p>
            <a:fld id="{1B2D46C0-A415-4358-BA03-FDEE8AB8CFED}" type="datetimeFigureOut">
              <a:rPr lang="es-CO" smtClean="0"/>
              <a:t>14/08/2026</a:t>
            </a:fld>
            <a:endParaRPr lang="es-CO"/>
          </a:p>
        </p:txBody>
      </p:sp>
      <p:sp>
        <p:nvSpPr>
          <p:cNvPr id="9" name="Footer Placeholder 8"/>
          <p:cNvSpPr>
            <a:spLocks noGrp="1"/>
          </p:cNvSpPr>
          <p:nvPr>
            <p:ph type="ftr" sz="quarter" idx="11"/>
          </p:nvPr>
        </p:nvSpPr>
        <p:spPr/>
        <p:txBody>
          <a:bodyPr/>
          <a:lstStyle/>
          <a:p>
            <a:endParaRPr lang="es-CO"/>
          </a:p>
        </p:txBody>
      </p:sp>
      <p:sp>
        <p:nvSpPr>
          <p:cNvPr id="10" name="Slide Number Placeholder 9"/>
          <p:cNvSpPr>
            <a:spLocks noGrp="1"/>
          </p:cNvSpPr>
          <p:nvPr>
            <p:ph type="sldNum" sz="quarter" idx="12"/>
          </p:nvPr>
        </p:nvSpPr>
        <p:spPr/>
        <p:txBody>
          <a:bodyPr/>
          <a:lstStyle/>
          <a:p>
            <a:fld id="{95410C0D-7E67-4608-AC5B-F0B39D3C3977}" type="slidenum">
              <a:rPr lang="es-CO" smtClean="0"/>
              <a:t>‹Nº›</a:t>
            </a:fld>
            <a:endParaRPr lang="es-CO"/>
          </a:p>
        </p:txBody>
      </p:sp>
    </p:spTree>
    <p:extLst>
      <p:ext uri="{BB962C8B-B14F-4D97-AF65-F5344CB8AC3E}">
        <p14:creationId xmlns:p14="http://schemas.microsoft.com/office/powerpoint/2010/main" val="590285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2" name="Date Placeholder 1"/>
          <p:cNvSpPr>
            <a:spLocks noGrp="1"/>
          </p:cNvSpPr>
          <p:nvPr>
            <p:ph type="dt" sz="half" idx="10"/>
          </p:nvPr>
        </p:nvSpPr>
        <p:spPr/>
        <p:txBody>
          <a:bodyPr/>
          <a:lstStyle/>
          <a:p>
            <a:fld id="{1B2D46C0-A415-4358-BA03-FDEE8AB8CFED}" type="datetimeFigureOut">
              <a:rPr lang="es-CO" smtClean="0"/>
              <a:t>14/08/2026</a:t>
            </a:fld>
            <a:endParaRPr lang="es-CO"/>
          </a:p>
        </p:txBody>
      </p:sp>
      <p:sp>
        <p:nvSpPr>
          <p:cNvPr id="11" name="Footer Placeholder 10"/>
          <p:cNvSpPr>
            <a:spLocks noGrp="1"/>
          </p:cNvSpPr>
          <p:nvPr>
            <p:ph type="ftr" sz="quarter" idx="11"/>
          </p:nvPr>
        </p:nvSpPr>
        <p:spPr/>
        <p:txBody>
          <a:bodyPr/>
          <a:lstStyle/>
          <a:p>
            <a:endParaRPr lang="es-CO"/>
          </a:p>
        </p:txBody>
      </p:sp>
      <p:sp>
        <p:nvSpPr>
          <p:cNvPr id="12" name="Slide Number Placeholder 11"/>
          <p:cNvSpPr>
            <a:spLocks noGrp="1"/>
          </p:cNvSpPr>
          <p:nvPr>
            <p:ph type="sldNum" sz="quarter" idx="12"/>
          </p:nvPr>
        </p:nvSpPr>
        <p:spPr/>
        <p:txBody>
          <a:bodyPr/>
          <a:lstStyle/>
          <a:p>
            <a:fld id="{95410C0D-7E67-4608-AC5B-F0B39D3C3977}" type="slidenum">
              <a:rPr lang="es-CO" smtClean="0"/>
              <a:t>‹Nº›</a:t>
            </a:fld>
            <a:endParaRPr lang="es-CO"/>
          </a:p>
        </p:txBody>
      </p:sp>
    </p:spTree>
    <p:extLst>
      <p:ext uri="{BB962C8B-B14F-4D97-AF65-F5344CB8AC3E}">
        <p14:creationId xmlns:p14="http://schemas.microsoft.com/office/powerpoint/2010/main" val="17871426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dirty="0"/>
          </a:p>
        </p:txBody>
      </p:sp>
      <p:sp>
        <p:nvSpPr>
          <p:cNvPr id="2" name="Date Placeholder 1"/>
          <p:cNvSpPr>
            <a:spLocks noGrp="1"/>
          </p:cNvSpPr>
          <p:nvPr>
            <p:ph type="dt" sz="half" idx="10"/>
          </p:nvPr>
        </p:nvSpPr>
        <p:spPr/>
        <p:txBody>
          <a:bodyPr/>
          <a:lstStyle/>
          <a:p>
            <a:fld id="{1B2D46C0-A415-4358-BA03-FDEE8AB8CFED}" type="datetimeFigureOut">
              <a:rPr lang="es-CO" smtClean="0"/>
              <a:t>14/08/2026</a:t>
            </a:fld>
            <a:endParaRPr lang="es-CO"/>
          </a:p>
        </p:txBody>
      </p:sp>
      <p:sp>
        <p:nvSpPr>
          <p:cNvPr id="7" name="Footer Placeholder 6"/>
          <p:cNvSpPr>
            <a:spLocks noGrp="1"/>
          </p:cNvSpPr>
          <p:nvPr>
            <p:ph type="ftr" sz="quarter" idx="11"/>
          </p:nvPr>
        </p:nvSpPr>
        <p:spPr/>
        <p:txBody>
          <a:bodyPr/>
          <a:lstStyle/>
          <a:p>
            <a:endParaRPr lang="es-CO"/>
          </a:p>
        </p:txBody>
      </p:sp>
      <p:sp>
        <p:nvSpPr>
          <p:cNvPr id="8" name="Slide Number Placeholder 7"/>
          <p:cNvSpPr>
            <a:spLocks noGrp="1"/>
          </p:cNvSpPr>
          <p:nvPr>
            <p:ph type="sldNum" sz="quarter" idx="12"/>
          </p:nvPr>
        </p:nvSpPr>
        <p:spPr/>
        <p:txBody>
          <a:bodyPr/>
          <a:lstStyle/>
          <a:p>
            <a:fld id="{95410C0D-7E67-4608-AC5B-F0B39D3C3977}" type="slidenum">
              <a:rPr lang="es-CO" smtClean="0"/>
              <a:t>‹Nº›</a:t>
            </a:fld>
            <a:endParaRPr lang="es-CO"/>
          </a:p>
        </p:txBody>
      </p:sp>
    </p:spTree>
    <p:extLst>
      <p:ext uri="{BB962C8B-B14F-4D97-AF65-F5344CB8AC3E}">
        <p14:creationId xmlns:p14="http://schemas.microsoft.com/office/powerpoint/2010/main" val="2544847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B2D46C0-A415-4358-BA03-FDEE8AB8CFED}" type="datetimeFigureOut">
              <a:rPr lang="es-CO" smtClean="0"/>
              <a:t>14/08/2026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95410C0D-7E67-4608-AC5B-F0B39D3C3977}" type="slidenum">
              <a:rPr lang="es-CO" smtClean="0"/>
              <a:t>‹Nº›</a:t>
            </a:fld>
            <a:endParaRPr lang="es-CO"/>
          </a:p>
        </p:txBody>
      </p:sp>
    </p:spTree>
    <p:extLst>
      <p:ext uri="{BB962C8B-B14F-4D97-AF65-F5344CB8AC3E}">
        <p14:creationId xmlns:p14="http://schemas.microsoft.com/office/powerpoint/2010/main" val="3622633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8" name="Date Placeholder 7"/>
          <p:cNvSpPr>
            <a:spLocks noGrp="1"/>
          </p:cNvSpPr>
          <p:nvPr>
            <p:ph type="dt" sz="half" idx="10"/>
          </p:nvPr>
        </p:nvSpPr>
        <p:spPr/>
        <p:txBody>
          <a:bodyPr/>
          <a:lstStyle/>
          <a:p>
            <a:fld id="{1B2D46C0-A415-4358-BA03-FDEE8AB8CFED}" type="datetimeFigureOut">
              <a:rPr lang="es-CO" smtClean="0"/>
              <a:t>14/08/2026</a:t>
            </a:fld>
            <a:endParaRPr lang="es-CO"/>
          </a:p>
        </p:txBody>
      </p:sp>
      <p:sp>
        <p:nvSpPr>
          <p:cNvPr id="9" name="Footer Placeholder 8"/>
          <p:cNvSpPr>
            <a:spLocks noGrp="1"/>
          </p:cNvSpPr>
          <p:nvPr>
            <p:ph type="ftr" sz="quarter" idx="11"/>
          </p:nvPr>
        </p:nvSpPr>
        <p:spPr/>
        <p:txBody>
          <a:bodyPr/>
          <a:lstStyle/>
          <a:p>
            <a:endParaRPr lang="es-CO"/>
          </a:p>
        </p:txBody>
      </p:sp>
      <p:sp>
        <p:nvSpPr>
          <p:cNvPr id="10" name="Slide Number Placeholder 9"/>
          <p:cNvSpPr>
            <a:spLocks noGrp="1"/>
          </p:cNvSpPr>
          <p:nvPr>
            <p:ph type="sldNum" sz="quarter" idx="12"/>
          </p:nvPr>
        </p:nvSpPr>
        <p:spPr/>
        <p:txBody>
          <a:bodyPr/>
          <a:lstStyle/>
          <a:p>
            <a:fld id="{95410C0D-7E67-4608-AC5B-F0B39D3C3977}" type="slidenum">
              <a:rPr lang="es-CO" smtClean="0"/>
              <a:t>‹Nº›</a:t>
            </a:fld>
            <a:endParaRPr lang="es-CO"/>
          </a:p>
        </p:txBody>
      </p:sp>
    </p:spTree>
    <p:extLst>
      <p:ext uri="{BB962C8B-B14F-4D97-AF65-F5344CB8AC3E}">
        <p14:creationId xmlns:p14="http://schemas.microsoft.com/office/powerpoint/2010/main" val="1011188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8" name="Date Placeholder 7"/>
          <p:cNvSpPr>
            <a:spLocks noGrp="1"/>
          </p:cNvSpPr>
          <p:nvPr>
            <p:ph type="dt" sz="half" idx="10"/>
          </p:nvPr>
        </p:nvSpPr>
        <p:spPr/>
        <p:txBody>
          <a:bodyPr/>
          <a:lstStyle/>
          <a:p>
            <a:fld id="{1B2D46C0-A415-4358-BA03-FDEE8AB8CFED}" type="datetimeFigureOut">
              <a:rPr lang="es-CO" smtClean="0"/>
              <a:t>14/08/2026</a:t>
            </a:fld>
            <a:endParaRPr lang="es-CO"/>
          </a:p>
        </p:txBody>
      </p:sp>
      <p:sp>
        <p:nvSpPr>
          <p:cNvPr id="9" name="Footer Placeholder 8"/>
          <p:cNvSpPr>
            <a:spLocks noGrp="1"/>
          </p:cNvSpPr>
          <p:nvPr>
            <p:ph type="ftr" sz="quarter" idx="11"/>
          </p:nvPr>
        </p:nvSpPr>
        <p:spPr>
          <a:xfrm>
            <a:off x="3499101" y="6356350"/>
            <a:ext cx="5911517" cy="365125"/>
          </a:xfrm>
        </p:spPr>
        <p:txBody>
          <a:bodyPr/>
          <a:lstStyle/>
          <a:p>
            <a:endParaRPr lang="es-CO"/>
          </a:p>
        </p:txBody>
      </p:sp>
      <p:sp>
        <p:nvSpPr>
          <p:cNvPr id="10" name="Slide Number Placeholder 9"/>
          <p:cNvSpPr>
            <a:spLocks noGrp="1"/>
          </p:cNvSpPr>
          <p:nvPr>
            <p:ph type="sldNum" sz="quarter" idx="12"/>
          </p:nvPr>
        </p:nvSpPr>
        <p:spPr/>
        <p:txBody>
          <a:bodyPr/>
          <a:lstStyle/>
          <a:p>
            <a:fld id="{95410C0D-7E67-4608-AC5B-F0B39D3C3977}" type="slidenum">
              <a:rPr lang="es-CO" smtClean="0"/>
              <a:t>‹Nº›</a:t>
            </a:fld>
            <a:endParaRPr lang="es-CO"/>
          </a:p>
        </p:txBody>
      </p:sp>
    </p:spTree>
    <p:extLst>
      <p:ext uri="{BB962C8B-B14F-4D97-AF65-F5344CB8AC3E}">
        <p14:creationId xmlns:p14="http://schemas.microsoft.com/office/powerpoint/2010/main" val="2590801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B2D46C0-A415-4358-BA03-FDEE8AB8CFED}" type="datetimeFigureOut">
              <a:rPr lang="es-CO" smtClean="0"/>
              <a:t>14/08/2026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95410C0D-7E67-4608-AC5B-F0B39D3C3977}" type="slidenum">
              <a:rPr lang="es-CO" smtClean="0"/>
              <a:t>‹Nº›</a:t>
            </a:fld>
            <a:endParaRPr lang="es-CO"/>
          </a:p>
        </p:txBody>
      </p:sp>
    </p:spTree>
    <p:extLst>
      <p:ext uri="{BB962C8B-B14F-4D97-AF65-F5344CB8AC3E}">
        <p14:creationId xmlns:p14="http://schemas.microsoft.com/office/powerpoint/2010/main" val="1703902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B2D46C0-A415-4358-BA03-FDEE8AB8CFED}" type="datetimeFigureOut">
              <a:rPr lang="es-CO" smtClean="0"/>
              <a:t>14/08/2026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95410C0D-7E67-4608-AC5B-F0B39D3C3977}" type="slidenum">
              <a:rPr lang="es-CO" smtClean="0"/>
              <a:t>‹Nº›</a:t>
            </a:fld>
            <a:endParaRPr lang="es-CO"/>
          </a:p>
        </p:txBody>
      </p:sp>
    </p:spTree>
    <p:extLst>
      <p:ext uri="{BB962C8B-B14F-4D97-AF65-F5344CB8AC3E}">
        <p14:creationId xmlns:p14="http://schemas.microsoft.com/office/powerpoint/2010/main" val="1392745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1B2D46C0-A415-4358-BA03-FDEE8AB8CFED}" type="datetimeFigureOut">
              <a:rPr lang="es-CO" smtClean="0"/>
              <a:t>14/08/2026</a:t>
            </a:fld>
            <a:endParaRPr lang="es-CO"/>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s-CO"/>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95410C0D-7E67-4608-AC5B-F0B39D3C3977}" type="slidenum">
              <a:rPr lang="es-CO" smtClean="0"/>
              <a:t>‹Nº›</a:t>
            </a:fld>
            <a:endParaRPr lang="es-CO"/>
          </a:p>
        </p:txBody>
      </p:sp>
    </p:spTree>
    <p:extLst>
      <p:ext uri="{BB962C8B-B14F-4D97-AF65-F5344CB8AC3E}">
        <p14:creationId xmlns:p14="http://schemas.microsoft.com/office/powerpoint/2010/main" val="3156401371"/>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AC6E46-B145-220B-75E0-2FC8174FFDE1}"/>
              </a:ext>
            </a:extLst>
          </p:cNvPr>
          <p:cNvSpPr>
            <a:spLocks noGrp="1"/>
          </p:cNvSpPr>
          <p:nvPr>
            <p:ph type="ctrTitle"/>
          </p:nvPr>
        </p:nvSpPr>
        <p:spPr/>
        <p:txBody>
          <a:bodyPr>
            <a:normAutofit/>
          </a:bodyPr>
          <a:lstStyle/>
          <a:p>
            <a:r>
              <a:rPr lang="es-CO" dirty="0"/>
              <a:t>Proyecto de aula: Exploración de saberes Décimo</a:t>
            </a:r>
          </a:p>
        </p:txBody>
      </p:sp>
      <p:sp>
        <p:nvSpPr>
          <p:cNvPr id="3" name="Subtítulo 2">
            <a:extLst>
              <a:ext uri="{FF2B5EF4-FFF2-40B4-BE49-F238E27FC236}">
                <a16:creationId xmlns:a16="http://schemas.microsoft.com/office/drawing/2014/main" id="{9A25E1EB-45E9-2640-B69A-625EC5B6CED2}"/>
              </a:ext>
            </a:extLst>
          </p:cNvPr>
          <p:cNvSpPr>
            <a:spLocks noGrp="1"/>
          </p:cNvSpPr>
          <p:nvPr>
            <p:ph type="subTitle" idx="1"/>
          </p:nvPr>
        </p:nvSpPr>
        <p:spPr/>
        <p:txBody>
          <a:bodyPr/>
          <a:lstStyle/>
          <a:p>
            <a:r>
              <a:rPr lang="es-CO" dirty="0"/>
              <a:t>Juan David Otalora Rubiano 10-1</a:t>
            </a:r>
          </a:p>
        </p:txBody>
      </p:sp>
    </p:spTree>
    <p:extLst>
      <p:ext uri="{BB962C8B-B14F-4D97-AF65-F5344CB8AC3E}">
        <p14:creationId xmlns:p14="http://schemas.microsoft.com/office/powerpoint/2010/main" val="22535616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167350-C447-1F31-EA87-8998AF03D1CA}"/>
              </a:ext>
            </a:extLst>
          </p:cNvPr>
          <p:cNvSpPr>
            <a:spLocks noGrp="1"/>
          </p:cNvSpPr>
          <p:nvPr>
            <p:ph type="title"/>
          </p:nvPr>
        </p:nvSpPr>
        <p:spPr>
          <a:xfrm>
            <a:off x="4326535" y="140273"/>
            <a:ext cx="2364699" cy="1325563"/>
          </a:xfrm>
        </p:spPr>
        <p:txBody>
          <a:bodyPr/>
          <a:lstStyle/>
          <a:p>
            <a:r>
              <a:rPr lang="es-CO" dirty="0"/>
              <a:t>Folclorito</a:t>
            </a:r>
          </a:p>
        </p:txBody>
      </p:sp>
      <p:sp>
        <p:nvSpPr>
          <p:cNvPr id="3" name="Marcador de contenido 2">
            <a:extLst>
              <a:ext uri="{FF2B5EF4-FFF2-40B4-BE49-F238E27FC236}">
                <a16:creationId xmlns:a16="http://schemas.microsoft.com/office/drawing/2014/main" id="{6091D65E-5D2F-28AA-D121-0AA352F81B26}"/>
              </a:ext>
            </a:extLst>
          </p:cNvPr>
          <p:cNvSpPr>
            <a:spLocks noGrp="1"/>
          </p:cNvSpPr>
          <p:nvPr>
            <p:ph idx="1"/>
          </p:nvPr>
        </p:nvSpPr>
        <p:spPr>
          <a:xfrm>
            <a:off x="3552668" y="3886050"/>
            <a:ext cx="8049718" cy="2525843"/>
          </a:xfrm>
        </p:spPr>
        <p:txBody>
          <a:bodyPr/>
          <a:lstStyle/>
          <a:p>
            <a:pPr marL="0" indent="0">
              <a:buNone/>
            </a:pPr>
            <a:r>
              <a:rPr lang="es-ES" dirty="0">
                <a:solidFill>
                  <a:schemeClr val="tx1"/>
                </a:solidFill>
              </a:rPr>
              <a:t>A nosotros nos tocó el carnaval de blancos y negros y hicimos un recorrido por todo el barrio hasta llegar al colegio, y ahí empezaron a hacer los bailes que, lamentablemente, nosotros no ganamos, quedamos de segundos. El grado que ganó fue los de 8 y ese día aprendí sobre las culturas de diferentes lugares</a:t>
            </a:r>
            <a:endParaRPr lang="es-CO" dirty="0">
              <a:solidFill>
                <a:schemeClr val="tx1"/>
              </a:solidFill>
            </a:endParaRPr>
          </a:p>
        </p:txBody>
      </p:sp>
      <p:pic>
        <p:nvPicPr>
          <p:cNvPr id="5" name="Imagen 4">
            <a:extLst>
              <a:ext uri="{FF2B5EF4-FFF2-40B4-BE49-F238E27FC236}">
                <a16:creationId xmlns:a16="http://schemas.microsoft.com/office/drawing/2014/main" id="{CA9F7590-CCE0-5358-FAB3-A93C8B94DEC4}"/>
              </a:ext>
            </a:extLst>
          </p:cNvPr>
          <p:cNvPicPr>
            <a:picLocks noChangeAspect="1"/>
          </p:cNvPicPr>
          <p:nvPr/>
        </p:nvPicPr>
        <p:blipFill>
          <a:blip r:embed="rId2"/>
          <a:stretch>
            <a:fillRect/>
          </a:stretch>
        </p:blipFill>
        <p:spPr>
          <a:xfrm>
            <a:off x="4019862" y="897735"/>
            <a:ext cx="6460760" cy="2971950"/>
          </a:xfrm>
          <a:prstGeom prst="rect">
            <a:avLst/>
          </a:prstGeom>
        </p:spPr>
      </p:pic>
      <p:sp>
        <p:nvSpPr>
          <p:cNvPr id="6" name="CuadroTexto 5">
            <a:extLst>
              <a:ext uri="{FF2B5EF4-FFF2-40B4-BE49-F238E27FC236}">
                <a16:creationId xmlns:a16="http://schemas.microsoft.com/office/drawing/2014/main" id="{F5C5955B-68CA-39C0-D0C1-0F502C742A70}"/>
              </a:ext>
            </a:extLst>
          </p:cNvPr>
          <p:cNvSpPr txBox="1"/>
          <p:nvPr/>
        </p:nvSpPr>
        <p:spPr>
          <a:xfrm>
            <a:off x="1" y="2761689"/>
            <a:ext cx="3552668" cy="1107996"/>
          </a:xfrm>
          <a:prstGeom prst="rect">
            <a:avLst/>
          </a:prstGeom>
          <a:noFill/>
        </p:spPr>
        <p:txBody>
          <a:bodyPr wrap="square" rtlCol="0">
            <a:spAutoFit/>
          </a:bodyPr>
          <a:lstStyle/>
          <a:p>
            <a:r>
              <a:rPr lang="es-CO" sz="6600" dirty="0">
                <a:solidFill>
                  <a:schemeClr val="bg1"/>
                </a:solidFill>
              </a:rPr>
              <a:t>Folclorito</a:t>
            </a:r>
          </a:p>
        </p:txBody>
      </p:sp>
    </p:spTree>
    <p:extLst>
      <p:ext uri="{BB962C8B-B14F-4D97-AF65-F5344CB8AC3E}">
        <p14:creationId xmlns:p14="http://schemas.microsoft.com/office/powerpoint/2010/main" val="579802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D638F9-BB5D-2D82-2726-8F4992E61EC0}"/>
              </a:ext>
            </a:extLst>
          </p:cNvPr>
          <p:cNvSpPr>
            <a:spLocks noGrp="1"/>
          </p:cNvSpPr>
          <p:nvPr>
            <p:ph type="title"/>
          </p:nvPr>
        </p:nvSpPr>
        <p:spPr>
          <a:xfrm>
            <a:off x="0" y="2766218"/>
            <a:ext cx="3538927" cy="1325563"/>
          </a:xfrm>
        </p:spPr>
        <p:txBody>
          <a:bodyPr>
            <a:normAutofit/>
          </a:bodyPr>
          <a:lstStyle/>
          <a:p>
            <a:r>
              <a:rPr lang="es-CO" sz="4000" dirty="0"/>
              <a:t>Película: </a:t>
            </a:r>
            <a:br>
              <a:rPr lang="es-CO" sz="4000" dirty="0"/>
            </a:br>
            <a:r>
              <a:rPr lang="es-CO" sz="4000" dirty="0"/>
              <a:t>La Odisea(2026)</a:t>
            </a:r>
          </a:p>
        </p:txBody>
      </p:sp>
      <p:sp>
        <p:nvSpPr>
          <p:cNvPr id="3" name="Marcador de contenido 2">
            <a:extLst>
              <a:ext uri="{FF2B5EF4-FFF2-40B4-BE49-F238E27FC236}">
                <a16:creationId xmlns:a16="http://schemas.microsoft.com/office/drawing/2014/main" id="{D76539CF-1D6B-ABBE-D4E0-B9D4B39EA1D4}"/>
              </a:ext>
            </a:extLst>
          </p:cNvPr>
          <p:cNvSpPr>
            <a:spLocks noGrp="1"/>
          </p:cNvSpPr>
          <p:nvPr>
            <p:ph idx="1"/>
          </p:nvPr>
        </p:nvSpPr>
        <p:spPr>
          <a:xfrm>
            <a:off x="3592642" y="4248696"/>
            <a:ext cx="7919804" cy="2609304"/>
          </a:xfrm>
        </p:spPr>
        <p:txBody>
          <a:bodyPr>
            <a:normAutofit/>
          </a:bodyPr>
          <a:lstStyle/>
          <a:p>
            <a:pPr marL="0" indent="0">
              <a:buNone/>
            </a:pPr>
            <a:r>
              <a:rPr lang="es-ES" dirty="0">
                <a:solidFill>
                  <a:schemeClr val="tx1"/>
                </a:solidFill>
              </a:rPr>
              <a:t> La Odisea trata sobre Ulises, un guerrero que después de la guerra de Troya intenta regresar a su hogar, Ítaca, pero durante el viaje tiene que enfrentar muchos obstáculos y peligros. A pesar de todo, nunca se rinde y busca la manera de seguir adelante para volver con su familia. Con esta película pudimos aprender que es importante tener perseverancia, inteligencia, valentía y esperanza, y que, aunque tengamos problemas, debemos seguir luchando por nuestros objetivos. También aprendimos un poco sobre la mitología griega y sus dioses.</a:t>
            </a:r>
            <a:endParaRPr lang="es-CO" dirty="0">
              <a:solidFill>
                <a:schemeClr val="tx1"/>
              </a:solidFill>
            </a:endParaRPr>
          </a:p>
        </p:txBody>
      </p:sp>
      <p:pic>
        <p:nvPicPr>
          <p:cNvPr id="5" name="Imagen 4">
            <a:extLst>
              <a:ext uri="{FF2B5EF4-FFF2-40B4-BE49-F238E27FC236}">
                <a16:creationId xmlns:a16="http://schemas.microsoft.com/office/drawing/2014/main" id="{10285FC0-F24E-0636-477E-2438C4CF4708}"/>
              </a:ext>
            </a:extLst>
          </p:cNvPr>
          <p:cNvPicPr>
            <a:picLocks noChangeAspect="1"/>
          </p:cNvPicPr>
          <p:nvPr/>
        </p:nvPicPr>
        <p:blipFill>
          <a:blip r:embed="rId2"/>
          <a:stretch>
            <a:fillRect/>
          </a:stretch>
        </p:blipFill>
        <p:spPr>
          <a:xfrm>
            <a:off x="4881796" y="242574"/>
            <a:ext cx="5341496" cy="4006122"/>
          </a:xfrm>
          <a:prstGeom prst="rect">
            <a:avLst/>
          </a:prstGeom>
        </p:spPr>
      </p:pic>
    </p:spTree>
    <p:extLst>
      <p:ext uri="{BB962C8B-B14F-4D97-AF65-F5344CB8AC3E}">
        <p14:creationId xmlns:p14="http://schemas.microsoft.com/office/powerpoint/2010/main" val="722770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07A854-921F-8D27-6C30-47B370643E50}"/>
              </a:ext>
            </a:extLst>
          </p:cNvPr>
          <p:cNvSpPr>
            <a:spLocks noGrp="1"/>
          </p:cNvSpPr>
          <p:nvPr>
            <p:ph type="title"/>
          </p:nvPr>
        </p:nvSpPr>
        <p:spPr>
          <a:xfrm>
            <a:off x="0" y="2766218"/>
            <a:ext cx="3673839" cy="1325563"/>
          </a:xfrm>
        </p:spPr>
        <p:txBody>
          <a:bodyPr>
            <a:normAutofit/>
          </a:bodyPr>
          <a:lstStyle/>
          <a:p>
            <a:r>
              <a:rPr lang="es-CO" sz="4000" dirty="0"/>
              <a:t>Intercolegiados</a:t>
            </a:r>
          </a:p>
        </p:txBody>
      </p:sp>
      <p:sp>
        <p:nvSpPr>
          <p:cNvPr id="7" name="Marcador de contenido 6">
            <a:extLst>
              <a:ext uri="{FF2B5EF4-FFF2-40B4-BE49-F238E27FC236}">
                <a16:creationId xmlns:a16="http://schemas.microsoft.com/office/drawing/2014/main" id="{CDF65146-AD45-58C0-8AC5-5B5D5E1B233F}"/>
              </a:ext>
            </a:extLst>
          </p:cNvPr>
          <p:cNvSpPr>
            <a:spLocks noGrp="1"/>
          </p:cNvSpPr>
          <p:nvPr>
            <p:ph idx="1"/>
          </p:nvPr>
        </p:nvSpPr>
        <p:spPr>
          <a:xfrm>
            <a:off x="3613566" y="4258300"/>
            <a:ext cx="8218981" cy="2887702"/>
          </a:xfrm>
        </p:spPr>
        <p:txBody>
          <a:bodyPr/>
          <a:lstStyle/>
          <a:p>
            <a:pPr marL="0" indent="0">
              <a:buNone/>
            </a:pPr>
            <a:r>
              <a:rPr lang="es-ES" dirty="0">
                <a:solidFill>
                  <a:schemeClr val="tx1"/>
                </a:solidFill>
              </a:rPr>
              <a:t>Yo participé en el equipo de baloncesto, pero lamentablemente no pudimos ganar los Intercolegiados, ya que había muchos equipos más buenos que nosotros. Aprendí que hay que entrenar muy duro para así, algún día, poder ganar el campeonato.</a:t>
            </a:r>
            <a:endParaRPr lang="es-CO" dirty="0">
              <a:solidFill>
                <a:schemeClr val="tx1"/>
              </a:solidFill>
            </a:endParaRPr>
          </a:p>
        </p:txBody>
      </p:sp>
      <p:pic>
        <p:nvPicPr>
          <p:cNvPr id="9" name="Imagen 8">
            <a:extLst>
              <a:ext uri="{FF2B5EF4-FFF2-40B4-BE49-F238E27FC236}">
                <a16:creationId xmlns:a16="http://schemas.microsoft.com/office/drawing/2014/main" id="{4BA1F85C-61E0-2443-ED01-C1755A5DF612}"/>
              </a:ext>
            </a:extLst>
          </p:cNvPr>
          <p:cNvPicPr>
            <a:picLocks noChangeAspect="1"/>
          </p:cNvPicPr>
          <p:nvPr/>
        </p:nvPicPr>
        <p:blipFill>
          <a:blip r:embed="rId2"/>
          <a:srcRect b="10383"/>
          <a:stretch>
            <a:fillRect/>
          </a:stretch>
        </p:blipFill>
        <p:spPr>
          <a:xfrm>
            <a:off x="3932197" y="1325563"/>
            <a:ext cx="6336285" cy="3662511"/>
          </a:xfrm>
          <a:prstGeom prst="rect">
            <a:avLst/>
          </a:prstGeom>
        </p:spPr>
      </p:pic>
    </p:spTree>
    <p:extLst>
      <p:ext uri="{BB962C8B-B14F-4D97-AF65-F5344CB8AC3E}">
        <p14:creationId xmlns:p14="http://schemas.microsoft.com/office/powerpoint/2010/main" val="549322926"/>
      </p:ext>
    </p:extLst>
  </p:cSld>
  <p:clrMapOvr>
    <a:masterClrMapping/>
  </p:clrMapOvr>
</p:sld>
</file>

<file path=ppt/theme/theme1.xml><?xml version="1.0" encoding="utf-8"?>
<a:theme xmlns:a="http://schemas.openxmlformats.org/drawingml/2006/main" name="Marco">
  <a:themeElements>
    <a:clrScheme name="Personalizado 1">
      <a:dk1>
        <a:srgbClr val="000000"/>
      </a:dk1>
      <a:lt1>
        <a:srgbClr val="FFFFFF"/>
      </a:lt1>
      <a:dk2>
        <a:srgbClr val="545454"/>
      </a:dk2>
      <a:lt2>
        <a:srgbClr val="000000"/>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Marco">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arco">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docProps/app.xml><?xml version="1.0" encoding="utf-8"?>
<Properties xmlns="http://schemas.openxmlformats.org/officeDocument/2006/extended-properties" xmlns:vt="http://schemas.openxmlformats.org/officeDocument/2006/docPropsVTypes">
  <Template>TM03457475[[fn=Marco]]</Template>
  <TotalTime>15</TotalTime>
  <Words>228</Words>
  <Application>Microsoft Office PowerPoint</Application>
  <PresentationFormat>Panorámica</PresentationFormat>
  <Paragraphs>9</Paragraphs>
  <Slides>4</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4</vt:i4>
      </vt:variant>
    </vt:vector>
  </HeadingPairs>
  <TitlesOfParts>
    <vt:vector size="7" baseType="lpstr">
      <vt:lpstr>Corbel</vt:lpstr>
      <vt:lpstr>Wingdings 2</vt:lpstr>
      <vt:lpstr>Marco</vt:lpstr>
      <vt:lpstr>Proyecto de aula: Exploración de saberes Décimo</vt:lpstr>
      <vt:lpstr>Folclorito</vt:lpstr>
      <vt:lpstr>Película:  La Odisea(2026)</vt:lpstr>
      <vt:lpstr>Intercolegiados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cristian urtado</dc:creator>
  <cp:lastModifiedBy>cristian urtado</cp:lastModifiedBy>
  <cp:revision>1</cp:revision>
  <dcterms:created xsi:type="dcterms:W3CDTF">2026-08-14T20:51:14Z</dcterms:created>
  <dcterms:modified xsi:type="dcterms:W3CDTF">2026-08-14T21:07:08Z</dcterms:modified>
</cp:coreProperties>
</file>